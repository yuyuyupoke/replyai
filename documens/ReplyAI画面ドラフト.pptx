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1A02-32A6-CDA4-C2F2-052387ECC1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C6F1978-C892-4766-C59B-A1DFDBDB14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768494-C389-2C85-D7B6-4C065F08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0410BB-D3B2-EA50-2228-CE0CF38EF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4EBD6D-D075-BFD1-E858-F2945992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997280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1888E7-ADC8-3737-A824-B3A387D06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ACAD5C-0E4A-2BC1-0CC8-F96A59B36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94BBD3-93A7-D15F-E97E-4A44BDC1F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94E426-DFDC-F1AD-3FA3-6934CED7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01B348-EE28-2E25-8365-9267352B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372364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259C02-A4DE-6F39-4950-253255571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1C0798-3AAD-213B-CAFE-1191F1340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B06D03-C467-5AFE-CD5F-925A0EF2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195B92-8073-E167-7A2B-F7BDD270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5BF69A-4168-5E12-9D91-BDAA2E9D9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50902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C327C1-DCDE-294A-5EDA-9E1C4F6B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655952E-CC62-523A-5671-82BAA7F8B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091ACF6-5792-AB74-25DE-BD4BE5BE2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5E8AD4-A384-9034-82ED-5DD03946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491C42E-558B-1690-2157-5A9A15BF5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1EF83C-25F1-CD71-E4DF-344559F8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283765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9994F-F24A-E437-4266-10C4D4088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74E220-9194-BBFF-DE52-34A9B057C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8E96FE-0928-78E5-3D0D-1F47CC2D6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978790-F14F-2529-BB76-5A3ACBA26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36FF3E-34FA-D2AF-9239-D37E2613D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4AD55CA-A3C9-2424-EFD1-02216E5AC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28A3119-34A7-D4CA-BD0A-DE8162F40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FAE2374-672D-20D0-E6CF-5C019C46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287556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8818E7-67D5-743B-233B-092DCBF7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681CF83-5799-69D4-F812-D539A82EC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F80AE81-6784-DD08-6195-5133A51F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5598B4B-5315-F8F5-892F-485731C5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98151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1D28B7-325B-D701-3736-352858C0A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BF51E0D-AC7C-8BC0-A3A3-229D68C6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C6EEA8-3254-D78B-43DC-6D6336965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797067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D0148B-D4A6-D643-51C5-4924B0C9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5445ED-1B77-93FA-52E9-2E5A1BF5B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2341C96-E433-07B5-787C-472602BC94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314AB8-C0E2-6A76-64A1-BCB81314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BA8C7F-2588-1299-9C4D-14638B13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7C1482-4448-E14E-46E8-35C1AE38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4035208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344F22-5727-7875-9101-B754CEF0F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081ACF0-59A1-4440-3EA1-FA21F56911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US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9B8236-34BB-E666-B20F-E822CDE57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75AB82-A14F-887A-7F22-F08D0C54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825D9D-8CD8-1748-B1ED-471E8870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4B1F511-BB9D-BF4F-B863-DAAE82FD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663402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C8E59B-CE20-5E97-7657-29E1A118E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5C99EC7-D545-5525-9EB7-1E9F0CAEF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06F1A2-D9A6-9F72-C748-4C768746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B0612A-51C0-E797-DEB9-B973D6A3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92E544-EF5D-D854-9469-D643D1BD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3090928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8F68BF-57BB-3995-5095-3F8EB5A015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6B0354D-AF52-1CEA-7EFD-95A3F65D8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A29BC0-6807-4E4A-588B-FE4B1CD9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9CEC13-79AE-C1CA-20F4-21B767EFF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857D61-8C24-68F3-3A99-3A6CFB16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519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2378B8-D077-3199-65D2-5783E015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US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BA7074-BB03-032B-29DC-F648018E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US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537EB5D-B7CD-13B7-1A5B-E105B1A4F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089FC0-EF52-AB45-873F-5F173C052B95}" type="datetimeFigureOut">
              <a:rPr kumimoji="1" lang="ja-US" altLang="en-US" smtClean="0"/>
              <a:t>12/3/25</a:t>
            </a:fld>
            <a:endParaRPr kumimoji="1" lang="ja-US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705564-3DA3-2702-81D5-12CDDA6DAC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US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6B300D-D1AA-F475-A2DC-261321171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0F402A-F86C-834D-B509-C79F5E77338C}" type="slidenum">
              <a:rPr kumimoji="1" lang="ja-US" altLang="en-US" smtClean="0"/>
              <a:t>‹#›</a:t>
            </a:fld>
            <a:endParaRPr kumimoji="1" lang="ja-US" altLang="en-US"/>
          </a:p>
        </p:txBody>
      </p:sp>
    </p:spTree>
    <p:extLst>
      <p:ext uri="{BB962C8B-B14F-4D97-AF65-F5344CB8AC3E}">
        <p14:creationId xmlns:p14="http://schemas.microsoft.com/office/powerpoint/2010/main" val="155775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CBD7385-CC42-7095-8AE4-20F28CE1ACDB}"/>
              </a:ext>
            </a:extLst>
          </p:cNvPr>
          <p:cNvSpPr/>
          <p:nvPr/>
        </p:nvSpPr>
        <p:spPr>
          <a:xfrm>
            <a:off x="432552" y="497174"/>
            <a:ext cx="3360470" cy="51529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US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CC12CBB-2554-938E-9E34-2834A446AFEA}"/>
              </a:ext>
            </a:extLst>
          </p:cNvPr>
          <p:cNvSpPr txBox="1"/>
          <p:nvPr/>
        </p:nvSpPr>
        <p:spPr>
          <a:xfrm>
            <a:off x="2506918" y="273399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モバイル画面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20A6D9-CF4B-D149-A424-E147FE9CF717}"/>
              </a:ext>
            </a:extLst>
          </p:cNvPr>
          <p:cNvSpPr/>
          <p:nvPr/>
        </p:nvSpPr>
        <p:spPr>
          <a:xfrm>
            <a:off x="609314" y="1190333"/>
            <a:ext cx="1466587" cy="1227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US" altLang="en-US" dirty="0"/>
              <a:t>サムネイル</a:t>
            </a:r>
            <a:r>
              <a:rPr kumimoji="1" lang="en-US" altLang="ja-US" dirty="0"/>
              <a:t>1</a:t>
            </a:r>
            <a:endParaRPr kumimoji="1" lang="ja-US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ECFD0E-D092-E343-7917-19477267DBB9}"/>
              </a:ext>
            </a:extLst>
          </p:cNvPr>
          <p:cNvSpPr txBox="1"/>
          <p:nvPr/>
        </p:nvSpPr>
        <p:spPr>
          <a:xfrm>
            <a:off x="2093485" y="1199124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投稿日</a:t>
            </a:r>
            <a:endParaRPr kumimoji="1" lang="en-US" altLang="ja-US" dirty="0"/>
          </a:p>
          <a:p>
            <a:r>
              <a:rPr kumimoji="1" lang="ja-US" altLang="en-US" dirty="0"/>
              <a:t>再生回数</a:t>
            </a:r>
            <a:endParaRPr kumimoji="1" lang="en-US" altLang="ja-US" dirty="0"/>
          </a:p>
          <a:p>
            <a:r>
              <a:rPr kumimoji="1" lang="ja-US" altLang="en-US" dirty="0"/>
              <a:t>合計視聴時間</a:t>
            </a:r>
            <a:endParaRPr kumimoji="1" lang="en-US" altLang="ja-US" dirty="0"/>
          </a:p>
          <a:p>
            <a:r>
              <a:rPr kumimoji="1" lang="ja-US" altLang="en-US" dirty="0"/>
              <a:t>平均視聴時間</a:t>
            </a:r>
            <a:endParaRPr kumimoji="1" lang="en-US" altLang="ja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9A9F9A-F3F0-C319-6275-EDAD562687C0}"/>
              </a:ext>
            </a:extLst>
          </p:cNvPr>
          <p:cNvSpPr/>
          <p:nvPr/>
        </p:nvSpPr>
        <p:spPr>
          <a:xfrm>
            <a:off x="600522" y="2506059"/>
            <a:ext cx="1466587" cy="1227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US" altLang="en-US" dirty="0"/>
              <a:t>サムネイル</a:t>
            </a:r>
            <a:r>
              <a:rPr kumimoji="1" lang="en-US" altLang="ja-US" dirty="0"/>
              <a:t>2</a:t>
            </a:r>
            <a:endParaRPr kumimoji="1" lang="ja-US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537777D-12AC-451E-39CC-F37F8698D754}"/>
              </a:ext>
            </a:extLst>
          </p:cNvPr>
          <p:cNvSpPr txBox="1"/>
          <p:nvPr/>
        </p:nvSpPr>
        <p:spPr>
          <a:xfrm>
            <a:off x="2084693" y="2514850"/>
            <a:ext cx="1569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投稿日</a:t>
            </a:r>
            <a:endParaRPr kumimoji="1" lang="en-US" altLang="ja-US" dirty="0"/>
          </a:p>
          <a:p>
            <a:r>
              <a:rPr kumimoji="1" lang="ja-US" altLang="en-US" dirty="0"/>
              <a:t>再生回数</a:t>
            </a:r>
            <a:endParaRPr kumimoji="1" lang="en-US" altLang="ja-US" dirty="0"/>
          </a:p>
          <a:p>
            <a:r>
              <a:rPr kumimoji="1" lang="ja-US" altLang="en-US" dirty="0"/>
              <a:t>合計視聴時間</a:t>
            </a:r>
            <a:endParaRPr kumimoji="1" lang="en-US" altLang="ja-US" dirty="0"/>
          </a:p>
          <a:p>
            <a:r>
              <a:rPr kumimoji="1" lang="ja-US" altLang="en-US" dirty="0"/>
              <a:t>平均視聴時間</a:t>
            </a:r>
            <a:endParaRPr kumimoji="1" lang="en-US" altLang="ja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4989A0B-F8C6-9987-5B26-0F0546AD5709}"/>
              </a:ext>
            </a:extLst>
          </p:cNvPr>
          <p:cNvSpPr txBox="1"/>
          <p:nvPr/>
        </p:nvSpPr>
        <p:spPr>
          <a:xfrm>
            <a:off x="1995854" y="39389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︙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0B8EC4F-56B9-EAB8-459B-E012E2065D8B}"/>
              </a:ext>
            </a:extLst>
          </p:cNvPr>
          <p:cNvSpPr txBox="1"/>
          <p:nvPr/>
        </p:nvSpPr>
        <p:spPr>
          <a:xfrm>
            <a:off x="2200109" y="68184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並び替え：</a:t>
            </a:r>
          </a:p>
        </p:txBody>
      </p:sp>
    </p:spTree>
    <p:extLst>
      <p:ext uri="{BB962C8B-B14F-4D97-AF65-F5344CB8AC3E}">
        <p14:creationId xmlns:p14="http://schemas.microsoft.com/office/powerpoint/2010/main" val="1600255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958C7-97AF-EE6B-AA17-34DA02EA0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7BBD76B-D928-0C03-6BB1-7EF72D920235}"/>
              </a:ext>
            </a:extLst>
          </p:cNvPr>
          <p:cNvSpPr/>
          <p:nvPr/>
        </p:nvSpPr>
        <p:spPr>
          <a:xfrm>
            <a:off x="432552" y="497173"/>
            <a:ext cx="3360470" cy="58244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US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44B2F7-2B46-9723-F904-95A7AFB3EEFB}"/>
              </a:ext>
            </a:extLst>
          </p:cNvPr>
          <p:cNvSpPr txBox="1"/>
          <p:nvPr/>
        </p:nvSpPr>
        <p:spPr>
          <a:xfrm>
            <a:off x="2496407" y="11852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モバイル画面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6CC0D78-D9F1-A014-3219-B86B1249082B}"/>
              </a:ext>
            </a:extLst>
          </p:cNvPr>
          <p:cNvSpPr txBox="1"/>
          <p:nvPr/>
        </p:nvSpPr>
        <p:spPr>
          <a:xfrm>
            <a:off x="2367163" y="51367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並び替え：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5C72D55B-68E0-6313-9D1C-D22AB4B01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80" y="1068756"/>
            <a:ext cx="2640490" cy="1492221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C89AB83-0746-E989-5245-AE259BAC0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096" y="2593703"/>
            <a:ext cx="2640490" cy="1492221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B639539-E98E-8BFE-C890-C5273CFC104F}"/>
              </a:ext>
            </a:extLst>
          </p:cNvPr>
          <p:cNvSpPr/>
          <p:nvPr/>
        </p:nvSpPr>
        <p:spPr>
          <a:xfrm>
            <a:off x="738554" y="1036030"/>
            <a:ext cx="2725616" cy="33249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US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BF8DD5A-48D7-9FFE-09E2-BB122AE45392}"/>
              </a:ext>
            </a:extLst>
          </p:cNvPr>
          <p:cNvSpPr txBox="1"/>
          <p:nvPr/>
        </p:nvSpPr>
        <p:spPr>
          <a:xfrm>
            <a:off x="454998" y="739477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sz="1400" dirty="0"/>
              <a:t>▼未返信コメント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5C5F98-CA14-81C7-302E-A7A58D4C4C31}"/>
              </a:ext>
            </a:extLst>
          </p:cNvPr>
          <p:cNvSpPr txBox="1"/>
          <p:nvPr/>
        </p:nvSpPr>
        <p:spPr>
          <a:xfrm>
            <a:off x="432552" y="4657538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sz="1400" dirty="0"/>
              <a:t>▶︎返信済みコメント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5B3E06A-2164-2FC1-66BF-686DAC75C3EC}"/>
              </a:ext>
            </a:extLst>
          </p:cNvPr>
          <p:cNvSpPr/>
          <p:nvPr/>
        </p:nvSpPr>
        <p:spPr>
          <a:xfrm>
            <a:off x="763533" y="4991616"/>
            <a:ext cx="2725616" cy="1974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US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2390CC5-F52F-5B9F-C2A3-E53376599BD6}"/>
              </a:ext>
            </a:extLst>
          </p:cNvPr>
          <p:cNvSpPr txBox="1"/>
          <p:nvPr/>
        </p:nvSpPr>
        <p:spPr>
          <a:xfrm>
            <a:off x="2170302" y="4633274"/>
            <a:ext cx="49391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←▶︎をクリックすることで開くことができる。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811C55B-6E9B-F10B-6B41-4092CA71EF29}"/>
              </a:ext>
            </a:extLst>
          </p:cNvPr>
          <p:cNvSpPr txBox="1"/>
          <p:nvPr/>
        </p:nvSpPr>
        <p:spPr>
          <a:xfrm>
            <a:off x="3569475" y="520583"/>
            <a:ext cx="6324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←口コミ投稿日順、いいね数順でソートすることができる。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7507D07-9486-1A42-1013-75FB0ADDB79C}"/>
              </a:ext>
            </a:extLst>
          </p:cNvPr>
          <p:cNvSpPr txBox="1"/>
          <p:nvPr/>
        </p:nvSpPr>
        <p:spPr>
          <a:xfrm>
            <a:off x="2295454" y="27140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いいね数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9122D21-6B6C-B074-8A90-9791371FECA6}"/>
              </a:ext>
            </a:extLst>
          </p:cNvPr>
          <p:cNvSpPr txBox="1"/>
          <p:nvPr/>
        </p:nvSpPr>
        <p:spPr>
          <a:xfrm>
            <a:off x="2295454" y="116370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dirty="0"/>
              <a:t>いいね数</a:t>
            </a:r>
          </a:p>
        </p:txBody>
      </p:sp>
    </p:spTree>
    <p:extLst>
      <p:ext uri="{BB962C8B-B14F-4D97-AF65-F5344CB8AC3E}">
        <p14:creationId xmlns:p14="http://schemas.microsoft.com/office/powerpoint/2010/main" val="16985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4E6D8-EACA-1CD9-059D-0C0F53F8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A67648C-F859-7D7B-1D2C-592AAA86FC81}"/>
              </a:ext>
            </a:extLst>
          </p:cNvPr>
          <p:cNvSpPr txBox="1"/>
          <p:nvPr/>
        </p:nvSpPr>
        <p:spPr>
          <a:xfrm>
            <a:off x="5102689" y="586791"/>
            <a:ext cx="628890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US" altLang="en-US" sz="1400" dirty="0"/>
              <a:t>変更点</a:t>
            </a:r>
            <a:r>
              <a:rPr kumimoji="1" lang="en-US" altLang="ja-US" sz="1400" dirty="0"/>
              <a:t>1</a:t>
            </a:r>
            <a:r>
              <a:rPr kumimoji="1" lang="ja-US" altLang="en-US" sz="1400" dirty="0"/>
              <a:t>：「▼未返信コメント」のトグルを廃止。</a:t>
            </a:r>
            <a:endParaRPr kumimoji="1" lang="en-US" altLang="ja-US" sz="1400" dirty="0"/>
          </a:p>
          <a:p>
            <a:r>
              <a:rPr kumimoji="1" lang="ja-US" altLang="en-US" sz="1400" dirty="0"/>
              <a:t>返信したコメントなのか、返信してないコメントなのかは、</a:t>
            </a:r>
            <a:endParaRPr kumimoji="1" lang="en-US" altLang="ja-US" sz="1400" dirty="0"/>
          </a:p>
          <a:p>
            <a:r>
              <a:rPr kumimoji="1" lang="ja-US" altLang="en-US" sz="1400" dirty="0"/>
              <a:t>ウィジェットの色で判断できるようにする。</a:t>
            </a:r>
            <a:endParaRPr kumimoji="1" lang="en-US" altLang="ja-US" sz="1400" dirty="0"/>
          </a:p>
          <a:p>
            <a:r>
              <a:rPr kumimoji="1" lang="ja-US" altLang="en-US" sz="1400" dirty="0"/>
              <a:t>→デフォルトで未返信コメント（現状の色で</a:t>
            </a:r>
            <a:r>
              <a:rPr kumimoji="1" lang="en-US" altLang="ja-US" sz="1400" dirty="0"/>
              <a:t>OK</a:t>
            </a:r>
            <a:r>
              <a:rPr kumimoji="1" lang="ja-US" altLang="en-US" sz="1400" dirty="0"/>
              <a:t>）は上に並ぶようにして。</a:t>
            </a:r>
            <a:endParaRPr kumimoji="1" lang="en-US" altLang="ja-US" sz="1400" dirty="0"/>
          </a:p>
          <a:p>
            <a:r>
              <a:rPr kumimoji="1" lang="ja-US" altLang="en-US" sz="1400" dirty="0"/>
              <a:t>→返信済みコメントはちょっと暗めの色とする。</a:t>
            </a:r>
            <a:endParaRPr kumimoji="1" lang="en-US" altLang="ja-US" sz="1400" dirty="0"/>
          </a:p>
          <a:p>
            <a:endParaRPr kumimoji="1" lang="en-US" altLang="ja-US" sz="1400" dirty="0"/>
          </a:p>
          <a:p>
            <a:r>
              <a:rPr kumimoji="1" lang="ja-US" altLang="en-US" sz="1400" dirty="0"/>
              <a:t>変更点</a:t>
            </a:r>
            <a:r>
              <a:rPr kumimoji="1" lang="en-US" altLang="ja-US" sz="1400" dirty="0"/>
              <a:t>2</a:t>
            </a:r>
            <a:r>
              <a:rPr kumimoji="1" lang="ja-US" altLang="en-US" sz="1400" dirty="0"/>
              <a:t>：「プロンプトをカスタムする」ボタンを廃止。</a:t>
            </a:r>
            <a:endParaRPr kumimoji="1" lang="en-US" altLang="ja-US" sz="1400" dirty="0"/>
          </a:p>
          <a:p>
            <a:r>
              <a:rPr kumimoji="1" lang="ja-US" altLang="en-US" sz="1400" dirty="0"/>
              <a:t>より機能を減らす方向へ修正。</a:t>
            </a:r>
            <a:r>
              <a:rPr kumimoji="1" lang="en-US" altLang="ja-US" sz="1400" dirty="0"/>
              <a:t>1</a:t>
            </a:r>
            <a:r>
              <a:rPr kumimoji="1" lang="ja-US" altLang="en-US" sz="1400" dirty="0"/>
              <a:t>ウィジェットにコメントがあって、</a:t>
            </a:r>
            <a:endParaRPr kumimoji="1" lang="en-US" altLang="ja-US" sz="1400" dirty="0"/>
          </a:p>
          <a:p>
            <a:r>
              <a:rPr kumimoji="1" lang="ja-US" altLang="en-US" sz="1400" dirty="0"/>
              <a:t>その下に「返信案を生成」ボタンを配置。</a:t>
            </a:r>
            <a:endParaRPr kumimoji="1" lang="en-US" altLang="ja-US" sz="1400" dirty="0"/>
          </a:p>
          <a:p>
            <a:r>
              <a:rPr kumimoji="1" lang="ja-US" altLang="en-US" sz="1400" dirty="0"/>
              <a:t>さらに、デフォルトで、返信コメントのテキストボックスを配置しておく。</a:t>
            </a:r>
            <a:endParaRPr kumimoji="1" lang="en-US" altLang="ja-US" sz="1400" dirty="0"/>
          </a:p>
          <a:p>
            <a:r>
              <a:rPr kumimoji="1" lang="ja-US" altLang="en-US" sz="1400" dirty="0"/>
              <a:t>これによって、自力で返信するケースにも対応。</a:t>
            </a:r>
            <a:endParaRPr kumimoji="1" lang="en-US" altLang="ja-US" sz="1400" dirty="0"/>
          </a:p>
          <a:p>
            <a:endParaRPr kumimoji="1" lang="en-US" altLang="ja-US" sz="14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F269950-B53C-E8A3-C797-46C4D5214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8" y="229695"/>
            <a:ext cx="4561971" cy="639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435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90</Words>
  <Application>Microsoft Macintosh PowerPoint</Application>
  <PresentationFormat>ワイド画面</PresentationFormat>
  <Paragraphs>32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Yudai Takita</dc:creator>
  <cp:lastModifiedBy>Yudai Takita</cp:lastModifiedBy>
  <cp:revision>2</cp:revision>
  <dcterms:created xsi:type="dcterms:W3CDTF">2025-11-27T05:55:32Z</dcterms:created>
  <dcterms:modified xsi:type="dcterms:W3CDTF">2025-12-03T03:57:08Z</dcterms:modified>
</cp:coreProperties>
</file>